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sldIdLst>
    <p:sldId id="256" r:id="rId5"/>
    <p:sldId id="257" r:id="rId6"/>
    <p:sldId id="258" r:id="rId7"/>
    <p:sldId id="259" r:id="rId8"/>
    <p:sldId id="260" r:id="rId9"/>
    <p:sldId id="261" r:id="rId10"/>
    <p:sldId id="262"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3" d="100"/>
          <a:sy n="63" d="100"/>
        </p:scale>
        <p:origin x="76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01A6D-16AF-D213-FEEF-489EB54CC1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0F03B20-A8EF-C22D-7C18-C0E5BFFFEE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65D3B17-D2B1-3234-4FDA-D9144C79D301}"/>
              </a:ext>
            </a:extLst>
          </p:cNvPr>
          <p:cNvSpPr>
            <a:spLocks noGrp="1"/>
          </p:cNvSpPr>
          <p:nvPr>
            <p:ph type="dt" sz="half" idx="10"/>
          </p:nvPr>
        </p:nvSpPr>
        <p:spPr/>
        <p:txBody>
          <a:bodyPr/>
          <a:lstStyle/>
          <a:p>
            <a:fld id="{D79F4242-A5D5-48E7-82E5-0B5AF0A40FD1}" type="datetimeFigureOut">
              <a:rPr lang="en-IN" smtClean="0"/>
              <a:t>08-09-2025</a:t>
            </a:fld>
            <a:endParaRPr lang="en-IN"/>
          </a:p>
        </p:txBody>
      </p:sp>
      <p:sp>
        <p:nvSpPr>
          <p:cNvPr id="5" name="Footer Placeholder 4">
            <a:extLst>
              <a:ext uri="{FF2B5EF4-FFF2-40B4-BE49-F238E27FC236}">
                <a16:creationId xmlns:a16="http://schemas.microsoft.com/office/drawing/2014/main" id="{E697D547-C1C1-345D-C28D-12E83366F9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16D91D-9664-E014-40FB-352774A9071F}"/>
              </a:ext>
            </a:extLst>
          </p:cNvPr>
          <p:cNvSpPr>
            <a:spLocks noGrp="1"/>
          </p:cNvSpPr>
          <p:nvPr>
            <p:ph type="sldNum" sz="quarter" idx="12"/>
          </p:nvPr>
        </p:nvSpPr>
        <p:spPr/>
        <p:txBody>
          <a:bodyPr/>
          <a:lstStyle/>
          <a:p>
            <a:fld id="{61E4B4C3-BAF7-453F-A70C-13D35B82B2F5}" type="slidenum">
              <a:rPr lang="en-IN" smtClean="0"/>
              <a:t>‹#›</a:t>
            </a:fld>
            <a:endParaRPr lang="en-IN"/>
          </a:p>
        </p:txBody>
      </p:sp>
    </p:spTree>
    <p:extLst>
      <p:ext uri="{BB962C8B-B14F-4D97-AF65-F5344CB8AC3E}">
        <p14:creationId xmlns:p14="http://schemas.microsoft.com/office/powerpoint/2010/main" val="3526212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8974C-5D23-3441-881D-9F373ED13D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A28C47-D315-85A1-BBEA-406A729C0C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894951-2F05-D6EB-5F80-6E307AE71ADD}"/>
              </a:ext>
            </a:extLst>
          </p:cNvPr>
          <p:cNvSpPr>
            <a:spLocks noGrp="1"/>
          </p:cNvSpPr>
          <p:nvPr>
            <p:ph type="dt" sz="half" idx="10"/>
          </p:nvPr>
        </p:nvSpPr>
        <p:spPr/>
        <p:txBody>
          <a:bodyPr/>
          <a:lstStyle/>
          <a:p>
            <a:fld id="{D79F4242-A5D5-48E7-82E5-0B5AF0A40FD1}" type="datetimeFigureOut">
              <a:rPr lang="en-IN" smtClean="0"/>
              <a:t>08-09-2025</a:t>
            </a:fld>
            <a:endParaRPr lang="en-IN"/>
          </a:p>
        </p:txBody>
      </p:sp>
      <p:sp>
        <p:nvSpPr>
          <p:cNvPr id="5" name="Footer Placeholder 4">
            <a:extLst>
              <a:ext uri="{FF2B5EF4-FFF2-40B4-BE49-F238E27FC236}">
                <a16:creationId xmlns:a16="http://schemas.microsoft.com/office/drawing/2014/main" id="{68308E5F-C29E-5494-CB62-6AED57E1FA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0EF715-A89D-6F7B-00D3-B813D2676C63}"/>
              </a:ext>
            </a:extLst>
          </p:cNvPr>
          <p:cNvSpPr>
            <a:spLocks noGrp="1"/>
          </p:cNvSpPr>
          <p:nvPr>
            <p:ph type="sldNum" sz="quarter" idx="12"/>
          </p:nvPr>
        </p:nvSpPr>
        <p:spPr/>
        <p:txBody>
          <a:bodyPr/>
          <a:lstStyle/>
          <a:p>
            <a:fld id="{61E4B4C3-BAF7-453F-A70C-13D35B82B2F5}" type="slidenum">
              <a:rPr lang="en-IN" smtClean="0"/>
              <a:t>‹#›</a:t>
            </a:fld>
            <a:endParaRPr lang="en-IN"/>
          </a:p>
        </p:txBody>
      </p:sp>
    </p:spTree>
    <p:extLst>
      <p:ext uri="{BB962C8B-B14F-4D97-AF65-F5344CB8AC3E}">
        <p14:creationId xmlns:p14="http://schemas.microsoft.com/office/powerpoint/2010/main" val="2286218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FF656-1D3A-21F9-A38F-14685FDC38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691CA8-2D43-21CC-8CD3-3F387F1976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2904ED-C3AA-93B4-06CF-C8ED8C116D08}"/>
              </a:ext>
            </a:extLst>
          </p:cNvPr>
          <p:cNvSpPr>
            <a:spLocks noGrp="1"/>
          </p:cNvSpPr>
          <p:nvPr>
            <p:ph type="dt" sz="half" idx="10"/>
          </p:nvPr>
        </p:nvSpPr>
        <p:spPr/>
        <p:txBody>
          <a:bodyPr/>
          <a:lstStyle/>
          <a:p>
            <a:fld id="{D79F4242-A5D5-48E7-82E5-0B5AF0A40FD1}" type="datetimeFigureOut">
              <a:rPr lang="en-IN" smtClean="0"/>
              <a:t>08-09-2025</a:t>
            </a:fld>
            <a:endParaRPr lang="en-IN"/>
          </a:p>
        </p:txBody>
      </p:sp>
      <p:sp>
        <p:nvSpPr>
          <p:cNvPr id="5" name="Footer Placeholder 4">
            <a:extLst>
              <a:ext uri="{FF2B5EF4-FFF2-40B4-BE49-F238E27FC236}">
                <a16:creationId xmlns:a16="http://schemas.microsoft.com/office/drawing/2014/main" id="{3B3F78FC-9612-74C0-DEA2-C20571A144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1FEC3D-3884-8D3F-D373-5B2858F5DA00}"/>
              </a:ext>
            </a:extLst>
          </p:cNvPr>
          <p:cNvSpPr>
            <a:spLocks noGrp="1"/>
          </p:cNvSpPr>
          <p:nvPr>
            <p:ph type="sldNum" sz="quarter" idx="12"/>
          </p:nvPr>
        </p:nvSpPr>
        <p:spPr/>
        <p:txBody>
          <a:bodyPr/>
          <a:lstStyle/>
          <a:p>
            <a:fld id="{61E4B4C3-BAF7-453F-A70C-13D35B82B2F5}" type="slidenum">
              <a:rPr lang="en-IN" smtClean="0"/>
              <a:t>‹#›</a:t>
            </a:fld>
            <a:endParaRPr lang="en-IN"/>
          </a:p>
        </p:txBody>
      </p:sp>
    </p:spTree>
    <p:extLst>
      <p:ext uri="{BB962C8B-B14F-4D97-AF65-F5344CB8AC3E}">
        <p14:creationId xmlns:p14="http://schemas.microsoft.com/office/powerpoint/2010/main" val="1284737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491FD-3F8F-7734-D166-F84EB09B81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F0923B-C179-EBAD-C07C-95E8FA8DD9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650BAAF-6BF0-8875-7999-BA985DD899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1D5FC4D-9A56-2061-E766-EB197C801263}"/>
              </a:ext>
            </a:extLst>
          </p:cNvPr>
          <p:cNvSpPr>
            <a:spLocks noGrp="1"/>
          </p:cNvSpPr>
          <p:nvPr>
            <p:ph type="dt" sz="half" idx="10"/>
          </p:nvPr>
        </p:nvSpPr>
        <p:spPr/>
        <p:txBody>
          <a:bodyPr/>
          <a:lstStyle/>
          <a:p>
            <a:fld id="{D79F4242-A5D5-48E7-82E5-0B5AF0A40FD1}" type="datetimeFigureOut">
              <a:rPr lang="en-IN" smtClean="0"/>
              <a:t>08-09-2025</a:t>
            </a:fld>
            <a:endParaRPr lang="en-IN"/>
          </a:p>
        </p:txBody>
      </p:sp>
      <p:sp>
        <p:nvSpPr>
          <p:cNvPr id="6" name="Footer Placeholder 5">
            <a:extLst>
              <a:ext uri="{FF2B5EF4-FFF2-40B4-BE49-F238E27FC236}">
                <a16:creationId xmlns:a16="http://schemas.microsoft.com/office/drawing/2014/main" id="{BF46A1B6-8400-7176-A6F8-400FC16B6D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66A3B9-2389-4AA9-260E-60B4DEBE3727}"/>
              </a:ext>
            </a:extLst>
          </p:cNvPr>
          <p:cNvSpPr>
            <a:spLocks noGrp="1"/>
          </p:cNvSpPr>
          <p:nvPr>
            <p:ph type="sldNum" sz="quarter" idx="12"/>
          </p:nvPr>
        </p:nvSpPr>
        <p:spPr/>
        <p:txBody>
          <a:bodyPr/>
          <a:lstStyle/>
          <a:p>
            <a:fld id="{61E4B4C3-BAF7-453F-A70C-13D35B82B2F5}" type="slidenum">
              <a:rPr lang="en-IN" smtClean="0"/>
              <a:t>‹#›</a:t>
            </a:fld>
            <a:endParaRPr lang="en-IN"/>
          </a:p>
        </p:txBody>
      </p:sp>
    </p:spTree>
    <p:extLst>
      <p:ext uri="{BB962C8B-B14F-4D97-AF65-F5344CB8AC3E}">
        <p14:creationId xmlns:p14="http://schemas.microsoft.com/office/powerpoint/2010/main" val="290697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D6620-2B24-7381-8761-06E94E70F24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F177090-BBF7-89C9-9E0B-CF87972A92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5B03D6-2033-383E-8695-302D6109B1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727683-C717-BEF5-3EFE-566A742A4B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17B9D1-12A4-3EC0-37C1-EA282BD0F0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CB47720-5B56-2C4F-1A94-C47C7C824D9E}"/>
              </a:ext>
            </a:extLst>
          </p:cNvPr>
          <p:cNvSpPr>
            <a:spLocks noGrp="1"/>
          </p:cNvSpPr>
          <p:nvPr>
            <p:ph type="dt" sz="half" idx="10"/>
          </p:nvPr>
        </p:nvSpPr>
        <p:spPr/>
        <p:txBody>
          <a:bodyPr/>
          <a:lstStyle/>
          <a:p>
            <a:fld id="{D79F4242-A5D5-48E7-82E5-0B5AF0A40FD1}" type="datetimeFigureOut">
              <a:rPr lang="en-IN" smtClean="0"/>
              <a:t>08-09-2025</a:t>
            </a:fld>
            <a:endParaRPr lang="en-IN"/>
          </a:p>
        </p:txBody>
      </p:sp>
      <p:sp>
        <p:nvSpPr>
          <p:cNvPr id="8" name="Footer Placeholder 7">
            <a:extLst>
              <a:ext uri="{FF2B5EF4-FFF2-40B4-BE49-F238E27FC236}">
                <a16:creationId xmlns:a16="http://schemas.microsoft.com/office/drawing/2014/main" id="{3EB408E3-0EC8-DD07-39DA-F2D0ACC391B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616DE5D-F401-3C10-30B2-47581546317D}"/>
              </a:ext>
            </a:extLst>
          </p:cNvPr>
          <p:cNvSpPr>
            <a:spLocks noGrp="1"/>
          </p:cNvSpPr>
          <p:nvPr>
            <p:ph type="sldNum" sz="quarter" idx="12"/>
          </p:nvPr>
        </p:nvSpPr>
        <p:spPr/>
        <p:txBody>
          <a:bodyPr/>
          <a:lstStyle/>
          <a:p>
            <a:fld id="{61E4B4C3-BAF7-453F-A70C-13D35B82B2F5}" type="slidenum">
              <a:rPr lang="en-IN" smtClean="0"/>
              <a:t>‹#›</a:t>
            </a:fld>
            <a:endParaRPr lang="en-IN"/>
          </a:p>
        </p:txBody>
      </p:sp>
    </p:spTree>
    <p:extLst>
      <p:ext uri="{BB962C8B-B14F-4D97-AF65-F5344CB8AC3E}">
        <p14:creationId xmlns:p14="http://schemas.microsoft.com/office/powerpoint/2010/main" val="116093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0D451-F723-97B3-1BB2-6FD77D385B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7E08BA3-F204-AA11-432E-D33A6FAA4C51}"/>
              </a:ext>
            </a:extLst>
          </p:cNvPr>
          <p:cNvSpPr>
            <a:spLocks noGrp="1"/>
          </p:cNvSpPr>
          <p:nvPr>
            <p:ph type="dt" sz="half" idx="10"/>
          </p:nvPr>
        </p:nvSpPr>
        <p:spPr/>
        <p:txBody>
          <a:bodyPr/>
          <a:lstStyle/>
          <a:p>
            <a:fld id="{D79F4242-A5D5-48E7-82E5-0B5AF0A40FD1}" type="datetimeFigureOut">
              <a:rPr lang="en-IN" smtClean="0"/>
              <a:t>08-09-2025</a:t>
            </a:fld>
            <a:endParaRPr lang="en-IN"/>
          </a:p>
        </p:txBody>
      </p:sp>
      <p:sp>
        <p:nvSpPr>
          <p:cNvPr id="4" name="Footer Placeholder 3">
            <a:extLst>
              <a:ext uri="{FF2B5EF4-FFF2-40B4-BE49-F238E27FC236}">
                <a16:creationId xmlns:a16="http://schemas.microsoft.com/office/drawing/2014/main" id="{8C16E281-7C1C-FE86-B2DE-C0C17258446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E2A08D5-A46D-0269-B600-994540360010}"/>
              </a:ext>
            </a:extLst>
          </p:cNvPr>
          <p:cNvSpPr>
            <a:spLocks noGrp="1"/>
          </p:cNvSpPr>
          <p:nvPr>
            <p:ph type="sldNum" sz="quarter" idx="12"/>
          </p:nvPr>
        </p:nvSpPr>
        <p:spPr/>
        <p:txBody>
          <a:bodyPr/>
          <a:lstStyle/>
          <a:p>
            <a:fld id="{61E4B4C3-BAF7-453F-A70C-13D35B82B2F5}" type="slidenum">
              <a:rPr lang="en-IN" smtClean="0"/>
              <a:t>‹#›</a:t>
            </a:fld>
            <a:endParaRPr lang="en-IN"/>
          </a:p>
        </p:txBody>
      </p:sp>
    </p:spTree>
    <p:extLst>
      <p:ext uri="{BB962C8B-B14F-4D97-AF65-F5344CB8AC3E}">
        <p14:creationId xmlns:p14="http://schemas.microsoft.com/office/powerpoint/2010/main" val="974053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8F4ABD-BC7C-9436-EDF8-EC5D84E474CB}"/>
              </a:ext>
            </a:extLst>
          </p:cNvPr>
          <p:cNvSpPr>
            <a:spLocks noGrp="1"/>
          </p:cNvSpPr>
          <p:nvPr>
            <p:ph type="dt" sz="half" idx="10"/>
          </p:nvPr>
        </p:nvSpPr>
        <p:spPr/>
        <p:txBody>
          <a:bodyPr/>
          <a:lstStyle/>
          <a:p>
            <a:fld id="{D79F4242-A5D5-48E7-82E5-0B5AF0A40FD1}" type="datetimeFigureOut">
              <a:rPr lang="en-IN" smtClean="0"/>
              <a:t>08-09-2025</a:t>
            </a:fld>
            <a:endParaRPr lang="en-IN"/>
          </a:p>
        </p:txBody>
      </p:sp>
      <p:sp>
        <p:nvSpPr>
          <p:cNvPr id="3" name="Footer Placeholder 2">
            <a:extLst>
              <a:ext uri="{FF2B5EF4-FFF2-40B4-BE49-F238E27FC236}">
                <a16:creationId xmlns:a16="http://schemas.microsoft.com/office/drawing/2014/main" id="{FE269FD8-B5FF-44B4-6B0F-1B4FB928D74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06C561D-32C2-652A-F542-6D7ADF81AA5D}"/>
              </a:ext>
            </a:extLst>
          </p:cNvPr>
          <p:cNvSpPr>
            <a:spLocks noGrp="1"/>
          </p:cNvSpPr>
          <p:nvPr>
            <p:ph type="sldNum" sz="quarter" idx="12"/>
          </p:nvPr>
        </p:nvSpPr>
        <p:spPr/>
        <p:txBody>
          <a:bodyPr/>
          <a:lstStyle/>
          <a:p>
            <a:fld id="{61E4B4C3-BAF7-453F-A70C-13D35B82B2F5}" type="slidenum">
              <a:rPr lang="en-IN" smtClean="0"/>
              <a:t>‹#›</a:t>
            </a:fld>
            <a:endParaRPr lang="en-IN"/>
          </a:p>
        </p:txBody>
      </p:sp>
    </p:spTree>
    <p:extLst>
      <p:ext uri="{BB962C8B-B14F-4D97-AF65-F5344CB8AC3E}">
        <p14:creationId xmlns:p14="http://schemas.microsoft.com/office/powerpoint/2010/main" val="1154242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AB988-3F39-4BB8-2AAE-531454443E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F8673A5-1380-23AD-524A-C61F104EF7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E228FE-B87F-45EA-CB90-8B1777CFEE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3359D8-999F-1B48-D8DD-1BEA3600F95C}"/>
              </a:ext>
            </a:extLst>
          </p:cNvPr>
          <p:cNvSpPr>
            <a:spLocks noGrp="1"/>
          </p:cNvSpPr>
          <p:nvPr>
            <p:ph type="dt" sz="half" idx="10"/>
          </p:nvPr>
        </p:nvSpPr>
        <p:spPr/>
        <p:txBody>
          <a:bodyPr/>
          <a:lstStyle/>
          <a:p>
            <a:fld id="{D79F4242-A5D5-48E7-82E5-0B5AF0A40FD1}" type="datetimeFigureOut">
              <a:rPr lang="en-IN" smtClean="0"/>
              <a:t>08-09-2025</a:t>
            </a:fld>
            <a:endParaRPr lang="en-IN"/>
          </a:p>
        </p:txBody>
      </p:sp>
      <p:sp>
        <p:nvSpPr>
          <p:cNvPr id="6" name="Footer Placeholder 5">
            <a:extLst>
              <a:ext uri="{FF2B5EF4-FFF2-40B4-BE49-F238E27FC236}">
                <a16:creationId xmlns:a16="http://schemas.microsoft.com/office/drawing/2014/main" id="{5BD5190A-2CF1-471A-9A47-7845B9A74E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0212C3-53F2-A18B-EEAD-2A9DF2AD0188}"/>
              </a:ext>
            </a:extLst>
          </p:cNvPr>
          <p:cNvSpPr>
            <a:spLocks noGrp="1"/>
          </p:cNvSpPr>
          <p:nvPr>
            <p:ph type="sldNum" sz="quarter" idx="12"/>
          </p:nvPr>
        </p:nvSpPr>
        <p:spPr/>
        <p:txBody>
          <a:bodyPr/>
          <a:lstStyle/>
          <a:p>
            <a:fld id="{61E4B4C3-BAF7-453F-A70C-13D35B82B2F5}" type="slidenum">
              <a:rPr lang="en-IN" smtClean="0"/>
              <a:t>‹#›</a:t>
            </a:fld>
            <a:endParaRPr lang="en-IN"/>
          </a:p>
        </p:txBody>
      </p:sp>
    </p:spTree>
    <p:extLst>
      <p:ext uri="{BB962C8B-B14F-4D97-AF65-F5344CB8AC3E}">
        <p14:creationId xmlns:p14="http://schemas.microsoft.com/office/powerpoint/2010/main" val="2809103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F2F47-1574-624A-3C04-88B51CD857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1D345B6-4E62-1892-E0A7-795A5C5F28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2161279-E9C4-7520-A6ED-C29D7065E9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544ADF-FD79-94A1-ED05-4AA21E1015C6}"/>
              </a:ext>
            </a:extLst>
          </p:cNvPr>
          <p:cNvSpPr>
            <a:spLocks noGrp="1"/>
          </p:cNvSpPr>
          <p:nvPr>
            <p:ph type="dt" sz="half" idx="10"/>
          </p:nvPr>
        </p:nvSpPr>
        <p:spPr/>
        <p:txBody>
          <a:bodyPr/>
          <a:lstStyle/>
          <a:p>
            <a:fld id="{D79F4242-A5D5-48E7-82E5-0B5AF0A40FD1}" type="datetimeFigureOut">
              <a:rPr lang="en-IN" smtClean="0"/>
              <a:t>08-09-2025</a:t>
            </a:fld>
            <a:endParaRPr lang="en-IN"/>
          </a:p>
        </p:txBody>
      </p:sp>
      <p:sp>
        <p:nvSpPr>
          <p:cNvPr id="6" name="Footer Placeholder 5">
            <a:extLst>
              <a:ext uri="{FF2B5EF4-FFF2-40B4-BE49-F238E27FC236}">
                <a16:creationId xmlns:a16="http://schemas.microsoft.com/office/drawing/2014/main" id="{18121960-FD77-A5CD-9A30-79A908A23B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474BD5-CBEE-5732-7A10-C7EEDB9AF2F5}"/>
              </a:ext>
            </a:extLst>
          </p:cNvPr>
          <p:cNvSpPr>
            <a:spLocks noGrp="1"/>
          </p:cNvSpPr>
          <p:nvPr>
            <p:ph type="sldNum" sz="quarter" idx="12"/>
          </p:nvPr>
        </p:nvSpPr>
        <p:spPr/>
        <p:txBody>
          <a:bodyPr/>
          <a:lstStyle/>
          <a:p>
            <a:fld id="{61E4B4C3-BAF7-453F-A70C-13D35B82B2F5}" type="slidenum">
              <a:rPr lang="en-IN" smtClean="0"/>
              <a:t>‹#›</a:t>
            </a:fld>
            <a:endParaRPr lang="en-IN"/>
          </a:p>
        </p:txBody>
      </p:sp>
    </p:spTree>
    <p:extLst>
      <p:ext uri="{BB962C8B-B14F-4D97-AF65-F5344CB8AC3E}">
        <p14:creationId xmlns:p14="http://schemas.microsoft.com/office/powerpoint/2010/main" val="219717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D72D1-D83F-E566-00F2-55B9A75BC4D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D1DF97-AFC4-E5EC-680C-AEC17C95FE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04C93B-787B-5C83-BCA8-B7E7BF7BAF67}"/>
              </a:ext>
            </a:extLst>
          </p:cNvPr>
          <p:cNvSpPr>
            <a:spLocks noGrp="1"/>
          </p:cNvSpPr>
          <p:nvPr>
            <p:ph type="dt" sz="half" idx="10"/>
          </p:nvPr>
        </p:nvSpPr>
        <p:spPr/>
        <p:txBody>
          <a:bodyPr/>
          <a:lstStyle/>
          <a:p>
            <a:fld id="{D79F4242-A5D5-48E7-82E5-0B5AF0A40FD1}" type="datetimeFigureOut">
              <a:rPr lang="en-IN" smtClean="0"/>
              <a:t>08-09-2025</a:t>
            </a:fld>
            <a:endParaRPr lang="en-IN"/>
          </a:p>
        </p:txBody>
      </p:sp>
      <p:sp>
        <p:nvSpPr>
          <p:cNvPr id="5" name="Footer Placeholder 4">
            <a:extLst>
              <a:ext uri="{FF2B5EF4-FFF2-40B4-BE49-F238E27FC236}">
                <a16:creationId xmlns:a16="http://schemas.microsoft.com/office/drawing/2014/main" id="{C9857A21-BA91-4BA6-19AC-48EED33091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69CC9F-F61D-499E-0B5E-0063AA814BF3}"/>
              </a:ext>
            </a:extLst>
          </p:cNvPr>
          <p:cNvSpPr>
            <a:spLocks noGrp="1"/>
          </p:cNvSpPr>
          <p:nvPr>
            <p:ph type="sldNum" sz="quarter" idx="12"/>
          </p:nvPr>
        </p:nvSpPr>
        <p:spPr/>
        <p:txBody>
          <a:bodyPr/>
          <a:lstStyle/>
          <a:p>
            <a:fld id="{61E4B4C3-BAF7-453F-A70C-13D35B82B2F5}" type="slidenum">
              <a:rPr lang="en-IN" smtClean="0"/>
              <a:t>‹#›</a:t>
            </a:fld>
            <a:endParaRPr lang="en-IN"/>
          </a:p>
        </p:txBody>
      </p:sp>
    </p:spTree>
    <p:extLst>
      <p:ext uri="{BB962C8B-B14F-4D97-AF65-F5344CB8AC3E}">
        <p14:creationId xmlns:p14="http://schemas.microsoft.com/office/powerpoint/2010/main" val="429922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DFAB83-5F2C-1D9A-2071-AE9120ECC69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D5478C5-DE5B-6D63-CA87-4C487902D4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0E58F1-231A-6F1E-11F3-08E882125B4E}"/>
              </a:ext>
            </a:extLst>
          </p:cNvPr>
          <p:cNvSpPr>
            <a:spLocks noGrp="1"/>
          </p:cNvSpPr>
          <p:nvPr>
            <p:ph type="dt" sz="half" idx="10"/>
          </p:nvPr>
        </p:nvSpPr>
        <p:spPr/>
        <p:txBody>
          <a:bodyPr/>
          <a:lstStyle/>
          <a:p>
            <a:fld id="{D79F4242-A5D5-48E7-82E5-0B5AF0A40FD1}" type="datetimeFigureOut">
              <a:rPr lang="en-IN" smtClean="0"/>
              <a:t>08-09-2025</a:t>
            </a:fld>
            <a:endParaRPr lang="en-IN"/>
          </a:p>
        </p:txBody>
      </p:sp>
      <p:sp>
        <p:nvSpPr>
          <p:cNvPr id="5" name="Footer Placeholder 4">
            <a:extLst>
              <a:ext uri="{FF2B5EF4-FFF2-40B4-BE49-F238E27FC236}">
                <a16:creationId xmlns:a16="http://schemas.microsoft.com/office/drawing/2014/main" id="{F05F3BFF-38C1-E6B9-2827-93096B579B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CE313C-FBB0-EE05-1565-552F6C14E543}"/>
              </a:ext>
            </a:extLst>
          </p:cNvPr>
          <p:cNvSpPr>
            <a:spLocks noGrp="1"/>
          </p:cNvSpPr>
          <p:nvPr>
            <p:ph type="sldNum" sz="quarter" idx="12"/>
          </p:nvPr>
        </p:nvSpPr>
        <p:spPr/>
        <p:txBody>
          <a:bodyPr/>
          <a:lstStyle/>
          <a:p>
            <a:fld id="{61E4B4C3-BAF7-453F-A70C-13D35B82B2F5}" type="slidenum">
              <a:rPr lang="en-IN" smtClean="0"/>
              <a:t>‹#›</a:t>
            </a:fld>
            <a:endParaRPr lang="en-IN"/>
          </a:p>
        </p:txBody>
      </p:sp>
    </p:spTree>
    <p:extLst>
      <p:ext uri="{BB962C8B-B14F-4D97-AF65-F5344CB8AC3E}">
        <p14:creationId xmlns:p14="http://schemas.microsoft.com/office/powerpoint/2010/main" val="2994390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25CAF4-868C-6251-A824-74B0510C13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14B1F7-9166-B82E-81C6-E622BF7FE7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48A460-AD62-6C01-305A-C4F1310E78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9F4242-A5D5-48E7-82E5-0B5AF0A40FD1}" type="datetimeFigureOut">
              <a:rPr lang="en-IN" smtClean="0"/>
              <a:t>08-09-2025</a:t>
            </a:fld>
            <a:endParaRPr lang="en-IN"/>
          </a:p>
        </p:txBody>
      </p:sp>
      <p:sp>
        <p:nvSpPr>
          <p:cNvPr id="5" name="Footer Placeholder 4">
            <a:extLst>
              <a:ext uri="{FF2B5EF4-FFF2-40B4-BE49-F238E27FC236}">
                <a16:creationId xmlns:a16="http://schemas.microsoft.com/office/drawing/2014/main" id="{61394B05-8CAD-64DC-6269-67B032E134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0C0BB65-AAFE-6CD4-273D-D63706DB38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E4B4C3-BAF7-453F-A70C-13D35B82B2F5}" type="slidenum">
              <a:rPr lang="en-IN" smtClean="0"/>
              <a:t>‹#›</a:t>
            </a:fld>
            <a:endParaRPr lang="en-IN"/>
          </a:p>
        </p:txBody>
      </p:sp>
    </p:spTree>
    <p:extLst>
      <p:ext uri="{BB962C8B-B14F-4D97-AF65-F5344CB8AC3E}">
        <p14:creationId xmlns:p14="http://schemas.microsoft.com/office/powerpoint/2010/main" val="359380121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Big SQL : Introduction</a:t>
            </a: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801676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What Big SQL is</a:t>
            </a:r>
            <a:br>
              <a:rPr lang="en-IN" b="1" dirty="0"/>
            </a:br>
            <a:endParaRPr lang="en-IN" dirty="0"/>
          </a:p>
        </p:txBody>
      </p:sp>
      <p:sp>
        <p:nvSpPr>
          <p:cNvPr id="3" name="Content Placeholder 2"/>
          <p:cNvSpPr>
            <a:spLocks noGrp="1"/>
          </p:cNvSpPr>
          <p:nvPr>
            <p:ph idx="1"/>
          </p:nvPr>
        </p:nvSpPr>
        <p:spPr>
          <a:xfrm>
            <a:off x="1154954" y="2603500"/>
            <a:ext cx="10017351" cy="3416300"/>
          </a:xfrm>
        </p:spPr>
        <p:txBody>
          <a:bodyPr/>
          <a:lstStyle/>
          <a:p>
            <a:pPr algn="just"/>
            <a:r>
              <a:rPr lang="en-US" dirty="0"/>
              <a:t>IBM Big SQL is a high performance massively parallel processing (MPP) SQL engine for Hadoop that makes querying enterprise data from across the organization an easy and secure experience. </a:t>
            </a:r>
          </a:p>
          <a:p>
            <a:pPr algn="just"/>
            <a:r>
              <a:rPr lang="en-US" dirty="0"/>
              <a:t>A Big SQL query can quickly access a variety of data sources including HDFS, RDBMS, NoSQL databases, object stores, and </a:t>
            </a:r>
            <a:r>
              <a:rPr lang="en-US" dirty="0" err="1"/>
              <a:t>WebHDFS</a:t>
            </a:r>
            <a:r>
              <a:rPr lang="en-US" dirty="0"/>
              <a:t> by using a single database connection or single query for best-in-class analytic capabilities.</a:t>
            </a:r>
            <a:endParaRPr lang="en-IN" dirty="0"/>
          </a:p>
        </p:txBody>
      </p:sp>
    </p:spTree>
    <p:extLst>
      <p:ext uri="{BB962C8B-B14F-4D97-AF65-F5344CB8AC3E}">
        <p14:creationId xmlns:p14="http://schemas.microsoft.com/office/powerpoint/2010/main" val="445506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Big SQL looks like</a:t>
            </a:r>
            <a:br>
              <a:rPr lang="en-US" b="1" dirty="0"/>
            </a:br>
            <a:endParaRPr lang="en-IN" dirty="0"/>
          </a:p>
        </p:txBody>
      </p:sp>
      <p:sp>
        <p:nvSpPr>
          <p:cNvPr id="3" name="Content Placeholder 2"/>
          <p:cNvSpPr>
            <a:spLocks noGrp="1"/>
          </p:cNvSpPr>
          <p:nvPr>
            <p:ph idx="1"/>
          </p:nvPr>
        </p:nvSpPr>
        <p:spPr/>
        <p:txBody>
          <a:bodyPr/>
          <a:lstStyle/>
          <a:p>
            <a:r>
              <a:rPr lang="en-US" dirty="0"/>
              <a:t>Big SQL provides tools to help you manage your system and your databases, and you can use popular analytic tools to visualize your data. </a:t>
            </a:r>
            <a:endParaRPr lang="en-IN" dirty="0"/>
          </a:p>
        </p:txBody>
      </p:sp>
      <p:pic>
        <p:nvPicPr>
          <p:cNvPr id="4" name="Picture 3"/>
          <p:cNvPicPr>
            <a:picLocks noChangeAspect="1"/>
          </p:cNvPicPr>
          <p:nvPr/>
        </p:nvPicPr>
        <p:blipFill>
          <a:blip r:embed="rId2"/>
          <a:stretch>
            <a:fillRect/>
          </a:stretch>
        </p:blipFill>
        <p:spPr>
          <a:xfrm>
            <a:off x="2134898" y="3466407"/>
            <a:ext cx="6924675" cy="3167928"/>
          </a:xfrm>
          <a:prstGeom prst="rect">
            <a:avLst/>
          </a:prstGeom>
        </p:spPr>
      </p:pic>
    </p:spTree>
    <p:extLst>
      <p:ext uri="{BB962C8B-B14F-4D97-AF65-F5344CB8AC3E}">
        <p14:creationId xmlns:p14="http://schemas.microsoft.com/office/powerpoint/2010/main" val="1590712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How Big SQL works</a:t>
            </a:r>
            <a:br>
              <a:rPr lang="en-IN" b="1" dirty="0"/>
            </a:br>
            <a:endParaRPr lang="en-IN" dirty="0"/>
          </a:p>
        </p:txBody>
      </p:sp>
      <p:sp>
        <p:nvSpPr>
          <p:cNvPr id="3" name="Content Placeholder 2"/>
          <p:cNvSpPr>
            <a:spLocks noGrp="1"/>
          </p:cNvSpPr>
          <p:nvPr>
            <p:ph idx="1"/>
          </p:nvPr>
        </p:nvSpPr>
        <p:spPr>
          <a:xfrm>
            <a:off x="1154954" y="2603500"/>
            <a:ext cx="10200231" cy="3416300"/>
          </a:xfrm>
        </p:spPr>
        <p:txBody>
          <a:bodyPr/>
          <a:lstStyle/>
          <a:p>
            <a:pPr algn="just"/>
            <a:r>
              <a:rPr lang="en-US" dirty="0"/>
              <a:t>Big SQL's robust engine executes complex queries for relational data and Hadoop data. </a:t>
            </a:r>
          </a:p>
          <a:p>
            <a:pPr algn="just"/>
            <a:r>
              <a:rPr lang="en-US" dirty="0"/>
              <a:t>Big SQL provides an advanced SQL compiler and a cost-based optimizer for efficient query execution. </a:t>
            </a:r>
          </a:p>
          <a:p>
            <a:pPr algn="just"/>
            <a:r>
              <a:rPr lang="en-US" dirty="0"/>
              <a:t>Combining these with a massive parallel processing (MPP) engine helps distribute query execution across nodes in a cluster. </a:t>
            </a:r>
            <a:endParaRPr lang="en-IN" dirty="0"/>
          </a:p>
        </p:txBody>
      </p:sp>
    </p:spTree>
    <p:extLst>
      <p:ext uri="{BB962C8B-B14F-4D97-AF65-F5344CB8AC3E}">
        <p14:creationId xmlns:p14="http://schemas.microsoft.com/office/powerpoint/2010/main" val="231380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440575" y="282633"/>
            <a:ext cx="11421687" cy="6417425"/>
          </a:xfrm>
          <a:prstGeom prst="rect">
            <a:avLst/>
          </a:prstGeom>
        </p:spPr>
      </p:pic>
    </p:spTree>
    <p:extLst>
      <p:ext uri="{BB962C8B-B14F-4D97-AF65-F5344CB8AC3E}">
        <p14:creationId xmlns:p14="http://schemas.microsoft.com/office/powerpoint/2010/main" val="296845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Why Big SQL?</a:t>
            </a:r>
            <a:br>
              <a:rPr lang="en-IN" b="1" dirty="0"/>
            </a:br>
            <a:endParaRPr lang="en-IN" dirty="0"/>
          </a:p>
        </p:txBody>
      </p:sp>
      <p:sp>
        <p:nvSpPr>
          <p:cNvPr id="3" name="Content Placeholder 2"/>
          <p:cNvSpPr>
            <a:spLocks noGrp="1"/>
          </p:cNvSpPr>
          <p:nvPr>
            <p:ph idx="1"/>
          </p:nvPr>
        </p:nvSpPr>
        <p:spPr>
          <a:xfrm>
            <a:off x="1154954" y="2603500"/>
            <a:ext cx="10033977" cy="3416300"/>
          </a:xfrm>
        </p:spPr>
        <p:txBody>
          <a:bodyPr>
            <a:normAutofit fontScale="92500" lnSpcReduction="10000"/>
          </a:bodyPr>
          <a:lstStyle/>
          <a:p>
            <a:pPr algn="just"/>
            <a:r>
              <a:rPr lang="en-US" dirty="0"/>
              <a:t>Big SQL provides world-class scalability and performance, and supports the following key use cases:</a:t>
            </a:r>
          </a:p>
          <a:p>
            <a:pPr algn="just"/>
            <a:endParaRPr lang="en-US" dirty="0"/>
          </a:p>
          <a:p>
            <a:pPr algn="just"/>
            <a:r>
              <a:rPr lang="en-US" dirty="0"/>
              <a:t>Enterprise Data Warehouse (EDW) offloading</a:t>
            </a:r>
          </a:p>
          <a:p>
            <a:pPr algn="just"/>
            <a:r>
              <a:rPr lang="en-US" dirty="0"/>
              <a:t>Big SQL understands commonly-used SQL syntax from other vendors and producers. You can offload and consolidate old data more quickly and easily from existing Oracle, IBM® Db2®, and IBM </a:t>
            </a:r>
            <a:r>
              <a:rPr lang="en-US" dirty="0" err="1"/>
              <a:t>Netezza</a:t>
            </a:r>
            <a:r>
              <a:rPr lang="en-US" dirty="0"/>
              <a:t>® enterprise data warehouses or data marts while preserving most of the SQL from those platforms.</a:t>
            </a:r>
            <a:endParaRPr lang="en-IN" dirty="0"/>
          </a:p>
        </p:txBody>
      </p:sp>
    </p:spTree>
    <p:extLst>
      <p:ext uri="{BB962C8B-B14F-4D97-AF65-F5344CB8AC3E}">
        <p14:creationId xmlns:p14="http://schemas.microsoft.com/office/powerpoint/2010/main" val="474904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Why Big SQL?</a:t>
            </a:r>
            <a:br>
              <a:rPr lang="en-IN" b="1" dirty="0"/>
            </a:br>
            <a:endParaRPr lang="en-IN" dirty="0"/>
          </a:p>
        </p:txBody>
      </p:sp>
      <p:sp>
        <p:nvSpPr>
          <p:cNvPr id="3" name="Content Placeholder 2"/>
          <p:cNvSpPr>
            <a:spLocks noGrp="1"/>
          </p:cNvSpPr>
          <p:nvPr>
            <p:ph idx="1"/>
          </p:nvPr>
        </p:nvSpPr>
        <p:spPr>
          <a:xfrm>
            <a:off x="1154954" y="2360815"/>
            <a:ext cx="8825659" cy="3658985"/>
          </a:xfrm>
        </p:spPr>
        <p:txBody>
          <a:bodyPr>
            <a:normAutofit fontScale="85000" lnSpcReduction="20000"/>
          </a:bodyPr>
          <a:lstStyle/>
          <a:p>
            <a:pPr algn="just"/>
            <a:r>
              <a:rPr lang="en-US" dirty="0"/>
              <a:t>Federated access to relational data</a:t>
            </a:r>
          </a:p>
          <a:p>
            <a:pPr algn="just"/>
            <a:r>
              <a:rPr lang="en-US" dirty="0"/>
              <a:t>For data that can't be moved to Hadoop, Big SQL provides federated access to many relational database management system (RDBMS) sources outside of Hadoop with IBM Fluid Query technology and NoSQL databases with the use of Spark connectors. </a:t>
            </a:r>
          </a:p>
          <a:p>
            <a:pPr algn="just"/>
            <a:r>
              <a:rPr lang="en-US" dirty="0"/>
              <a:t>You can use a single database connection to access data across Hadoop and dozens of relational/NoSQL database types, whether they are on the cloud, on local systems, or both. </a:t>
            </a:r>
          </a:p>
          <a:p>
            <a:pPr algn="just"/>
            <a:r>
              <a:rPr lang="en-US" dirty="0"/>
              <a:t>Wherever the data resides, Big SQL offers data virtualization and enables querying disparate sources in a single query.</a:t>
            </a:r>
            <a:endParaRPr lang="en-IN" dirty="0"/>
          </a:p>
        </p:txBody>
      </p:sp>
    </p:spTree>
    <p:extLst>
      <p:ext uri="{BB962C8B-B14F-4D97-AF65-F5344CB8AC3E}">
        <p14:creationId xmlns:p14="http://schemas.microsoft.com/office/powerpoint/2010/main" val="1447287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SQL also boasts:</a:t>
            </a:r>
          </a:p>
        </p:txBody>
      </p:sp>
      <p:sp>
        <p:nvSpPr>
          <p:cNvPr id="3" name="Content Placeholder 2"/>
          <p:cNvSpPr>
            <a:spLocks noGrp="1"/>
          </p:cNvSpPr>
          <p:nvPr>
            <p:ph idx="1"/>
          </p:nvPr>
        </p:nvSpPr>
        <p:spPr/>
        <p:txBody>
          <a:bodyPr>
            <a:normAutofit lnSpcReduction="10000"/>
          </a:bodyPr>
          <a:lstStyle/>
          <a:p>
            <a:pPr algn="just"/>
            <a:endParaRPr lang="en-US" dirty="0"/>
          </a:p>
          <a:p>
            <a:pPr marL="0" indent="0" algn="just">
              <a:buNone/>
            </a:pPr>
            <a:r>
              <a:rPr lang="en-US" dirty="0"/>
              <a:t>Elastic boost technology to support more granular resource usage and increase performance without increasing memory or CPU</a:t>
            </a:r>
          </a:p>
          <a:p>
            <a:pPr marL="0" indent="0" algn="just">
              <a:buNone/>
            </a:pPr>
            <a:r>
              <a:rPr lang="en-US" dirty="0"/>
              <a:t>High-performance scans, inserts, updates, and deletes</a:t>
            </a:r>
          </a:p>
          <a:p>
            <a:pPr marL="0" indent="0" algn="just">
              <a:buNone/>
            </a:pPr>
            <a:r>
              <a:rPr lang="en-US" dirty="0"/>
              <a:t>Deeper integration with Spark 2.1 than other SQL-on-Hadoop technologies</a:t>
            </a:r>
          </a:p>
          <a:p>
            <a:pPr marL="0" indent="0" algn="just">
              <a:buNone/>
            </a:pPr>
            <a:r>
              <a:rPr lang="en-US" dirty="0"/>
              <a:t>Machine learning or graph analytics with Spark with a single security model</a:t>
            </a:r>
          </a:p>
          <a:p>
            <a:pPr marL="0" indent="0" algn="just">
              <a:buNone/>
            </a:pPr>
            <a:r>
              <a:rPr lang="en-US" dirty="0"/>
              <a:t>Open Data Platform initiative (</a:t>
            </a:r>
            <a:r>
              <a:rPr lang="en-US" dirty="0" err="1"/>
              <a:t>ODPi</a:t>
            </a:r>
            <a:r>
              <a:rPr lang="en-US" dirty="0"/>
              <a:t>) compliance</a:t>
            </a:r>
          </a:p>
          <a:p>
            <a:pPr marL="0" indent="0" algn="just">
              <a:buNone/>
            </a:pPr>
            <a:r>
              <a:rPr lang="en-US" dirty="0"/>
              <a:t>Advanced, ANSI-compliant SQL queries</a:t>
            </a:r>
          </a:p>
          <a:p>
            <a:pPr algn="just"/>
            <a:endParaRPr lang="en-IN" dirty="0"/>
          </a:p>
        </p:txBody>
      </p:sp>
    </p:spTree>
    <p:extLst>
      <p:ext uri="{BB962C8B-B14F-4D97-AF65-F5344CB8AC3E}">
        <p14:creationId xmlns:p14="http://schemas.microsoft.com/office/powerpoint/2010/main" val="1291015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113c09e-a8af-4c81-a7e4-ea6a80009bed">
      <Terms xmlns="http://schemas.microsoft.com/office/infopath/2007/PartnerControls"/>
    </lcf76f155ced4ddcb4097134ff3c332f>
    <TaxCatchAll xmlns="d0f2822f-00f1-431e-a194-525d49d35cf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3C7F2A5B2474F42B72FA56F265B01D0" ma:contentTypeVersion="12" ma:contentTypeDescription="Create a new document." ma:contentTypeScope="" ma:versionID="647faccd68ac4557eabe04543b28a2df">
  <xsd:schema xmlns:xsd="http://www.w3.org/2001/XMLSchema" xmlns:xs="http://www.w3.org/2001/XMLSchema" xmlns:p="http://schemas.microsoft.com/office/2006/metadata/properties" xmlns:ns2="1113c09e-a8af-4c81-a7e4-ea6a80009bed" xmlns:ns3="d0f2822f-00f1-431e-a194-525d49d35cfe" targetNamespace="http://schemas.microsoft.com/office/2006/metadata/properties" ma:root="true" ma:fieldsID="37a9195fe50f1120998bb64405d7bcf6" ns2:_="" ns3:_="">
    <xsd:import namespace="1113c09e-a8af-4c81-a7e4-ea6a80009bed"/>
    <xsd:import namespace="d0f2822f-00f1-431e-a194-525d49d35cf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13c09e-a8af-4c81-a7e4-ea6a80009b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d765a431-9415-4219-9cd0-5363948861b2"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0f2822f-00f1-431e-a194-525d49d35cfe"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f73ac479-b602-44ea-a316-41f61bde7883}" ma:internalName="TaxCatchAll" ma:showField="CatchAllData" ma:web="d0f2822f-00f1-431e-a194-525d49d35c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B33B6F-C078-4115-95C9-AEBA66A5416F}">
  <ds:schemaRefs>
    <ds:schemaRef ds:uri="http://schemas.microsoft.com/office/2006/metadata/properties"/>
    <ds:schemaRef ds:uri="http://schemas.microsoft.com/office/infopath/2007/PartnerControls"/>
    <ds:schemaRef ds:uri="1113c09e-a8af-4c81-a7e4-ea6a80009bed"/>
    <ds:schemaRef ds:uri="d0f2822f-00f1-431e-a194-525d49d35cfe"/>
  </ds:schemaRefs>
</ds:datastoreItem>
</file>

<file path=customXml/itemProps2.xml><?xml version="1.0" encoding="utf-8"?>
<ds:datastoreItem xmlns:ds="http://schemas.openxmlformats.org/officeDocument/2006/customXml" ds:itemID="{3B99AA2E-3F00-4DF3-A900-4F8C9C83302D}">
  <ds:schemaRefs>
    <ds:schemaRef ds:uri="http://schemas.microsoft.com/sharepoint/v3/contenttype/forms"/>
  </ds:schemaRefs>
</ds:datastoreItem>
</file>

<file path=customXml/itemProps3.xml><?xml version="1.0" encoding="utf-8"?>
<ds:datastoreItem xmlns:ds="http://schemas.openxmlformats.org/officeDocument/2006/customXml" ds:itemID="{270C1F67-A62F-40EE-8416-DF614A16AD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13c09e-a8af-4c81-a7e4-ea6a80009bed"/>
    <ds:schemaRef ds:uri="d0f2822f-00f1-431e-a194-525d49d35c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3168</TotalTime>
  <Words>419</Words>
  <Application>Microsoft Office PowerPoint</Application>
  <PresentationFormat>Widescreen</PresentationFormat>
  <Paragraphs>28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Big SQL : Introduction</vt:lpstr>
      <vt:lpstr>What Big SQL is </vt:lpstr>
      <vt:lpstr>What Big SQL looks like </vt:lpstr>
      <vt:lpstr>How Big SQL works </vt:lpstr>
      <vt:lpstr>PowerPoint Presentation</vt:lpstr>
      <vt:lpstr>Why Big SQL? </vt:lpstr>
      <vt:lpstr>Why Big SQL? </vt:lpstr>
      <vt:lpstr>Big SQL also boasts:</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SQL : Introduction</dc:title>
  <dc:creator>Shakila Shaikh</dc:creator>
  <cp:lastModifiedBy>Shruti Sharma</cp:lastModifiedBy>
  <cp:revision>7</cp:revision>
  <dcterms:created xsi:type="dcterms:W3CDTF">2023-09-23T03:39:51Z</dcterms:created>
  <dcterms:modified xsi:type="dcterms:W3CDTF">2025-09-08T06:16:42Z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0x01010013C7F2A5B2474F42B72FA56F265B01D0</vt:lpwstr>
  </property>
</Properties>
</file>